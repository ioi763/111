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5e4b5063648d3" /><Relationship Type="http://schemas.openxmlformats.org/officeDocument/2006/relationships/extended-properties" Target="/docProps/app.xml" Id="Rcee9c8c01e4d4f6b" /><Relationship Type="http://schemas.openxmlformats.org/officeDocument/2006/relationships/officeDocument" Target="/ppt/presentation.xml" Id="R80105fe3a3ad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ebd695f8ee4d44"/>
  </p:sldMasterIdLst>
  <p:notesMasterIdLst>
    <p:notesMasterId xmlns:r="http://schemas.openxmlformats.org/officeDocument/2006/relationships" r:id="R663365ab4cb745a5"/>
  </p:notesMasterIdLst>
  <p:sldIdLst>
    <p:sldId xmlns:r="http://schemas.openxmlformats.org/officeDocument/2006/relationships" id="256" r:id="Rb40bb3ef1b1c4f35"/>
    <p:sldId xmlns:r="http://schemas.openxmlformats.org/officeDocument/2006/relationships" id="257" r:id="Rc05752b13363460f"/>
    <p:sldId xmlns:r="http://schemas.openxmlformats.org/officeDocument/2006/relationships" id="258" r:id="R64016be5fabb46a1"/>
    <p:sldId xmlns:r="http://schemas.openxmlformats.org/officeDocument/2006/relationships" id="259" r:id="R653b809ede844844"/>
    <p:sldId xmlns:r="http://schemas.openxmlformats.org/officeDocument/2006/relationships" id="260" r:id="Red8f6780911d49eb"/>
    <p:sldId xmlns:r="http://schemas.openxmlformats.org/officeDocument/2006/relationships" id="261" r:id="R8990429a15c54eca"/>
    <p:sldId xmlns:r="http://schemas.openxmlformats.org/officeDocument/2006/relationships" id="262" r:id="R043529ca1eb84f03"/>
    <p:sldId xmlns:r="http://schemas.openxmlformats.org/officeDocument/2006/relationships" id="263" r:id="Rc11e6a34c71a4f12"/>
    <p:sldId xmlns:r="http://schemas.openxmlformats.org/officeDocument/2006/relationships" id="264" r:id="Rb9449089c97e49b7"/>
    <p:sldId xmlns:r="http://schemas.openxmlformats.org/officeDocument/2006/relationships" id="265" r:id="Reed634f36ea841be"/>
    <p:sldId xmlns:r="http://schemas.openxmlformats.org/officeDocument/2006/relationships" id="266" r:id="R79d9276a4a374433"/>
    <p:sldId xmlns:r="http://schemas.openxmlformats.org/officeDocument/2006/relationships" id="267" r:id="R940d779bfd644484"/>
    <p:sldId xmlns:r="http://schemas.openxmlformats.org/officeDocument/2006/relationships" id="268" r:id="Re73620863b0d4a2f"/>
    <p:sldId xmlns:r="http://schemas.openxmlformats.org/officeDocument/2006/relationships" id="269" r:id="R492dc52ae0f24f47"/>
    <p:sldId xmlns:r="http://schemas.openxmlformats.org/officeDocument/2006/relationships" id="270" r:id="Rbd7401f1dd4b413f"/>
    <p:sldId xmlns:r="http://schemas.openxmlformats.org/officeDocument/2006/relationships" id="271" r:id="R7439414d89ef4901"/>
    <p:sldId xmlns:r="http://schemas.openxmlformats.org/officeDocument/2006/relationships" id="272" r:id="R3ab6b42c104249cf"/>
    <p:sldId xmlns:r="http://schemas.openxmlformats.org/officeDocument/2006/relationships" id="273" r:id="R162be70accf2466d"/>
    <p:sldId xmlns:r="http://schemas.openxmlformats.org/officeDocument/2006/relationships" id="274" r:id="R1ad49f1c70734dcf"/>
    <p:sldId xmlns:r="http://schemas.openxmlformats.org/officeDocument/2006/relationships" id="275" r:id="R653894b70cfc4bc4"/>
    <p:sldId xmlns:r="http://schemas.openxmlformats.org/officeDocument/2006/relationships" id="276" r:id="Rc92a3bdf33714ca7"/>
    <p:sldId xmlns:r="http://schemas.openxmlformats.org/officeDocument/2006/relationships" id="277" r:id="R5673d85a5b7e45c0"/>
    <p:sldId xmlns:r="http://schemas.openxmlformats.org/officeDocument/2006/relationships" id="278" r:id="Ra20b776f2a1040f0"/>
    <p:sldId xmlns:r="http://schemas.openxmlformats.org/officeDocument/2006/relationships" id="279" r:id="Rf19b434429b542ae"/>
    <p:sldId xmlns:r="http://schemas.openxmlformats.org/officeDocument/2006/relationships" id="280" r:id="R4873fc4204054fe7"/>
    <p:sldId xmlns:r="http://schemas.openxmlformats.org/officeDocument/2006/relationships" id="281" r:id="Rfcb75f06aad64a79"/>
    <p:sldId xmlns:r="http://schemas.openxmlformats.org/officeDocument/2006/relationships" id="282" r:id="R26c9e79b76b04288"/>
    <p:sldId xmlns:r="http://schemas.openxmlformats.org/officeDocument/2006/relationships" id="283" r:id="R16c51d0a25544475"/>
    <p:sldId xmlns:r="http://schemas.openxmlformats.org/officeDocument/2006/relationships" id="284" r:id="Rd6264ea5cb0e4c63"/>
    <p:sldId xmlns:r="http://schemas.openxmlformats.org/officeDocument/2006/relationships" id="285" r:id="R52277a680c694938"/>
    <p:sldId xmlns:r="http://schemas.openxmlformats.org/officeDocument/2006/relationships" id="286" r:id="R808b62a662864a28"/>
    <p:sldId xmlns:r="http://schemas.openxmlformats.org/officeDocument/2006/relationships" id="287" r:id="R5e8a658b904546cb"/>
    <p:sldId xmlns:r="http://schemas.openxmlformats.org/officeDocument/2006/relationships" id="288" r:id="R80b69a264a3b4142"/>
    <p:sldId xmlns:r="http://schemas.openxmlformats.org/officeDocument/2006/relationships" id="289" r:id="R2dbb87c6547241c1"/>
    <p:sldId xmlns:r="http://schemas.openxmlformats.org/officeDocument/2006/relationships" id="290" r:id="R877d393521834702"/>
    <p:sldId xmlns:r="http://schemas.openxmlformats.org/officeDocument/2006/relationships" id="291" r:id="Re15f36ddaefe4672"/>
    <p:sldId xmlns:r="http://schemas.openxmlformats.org/officeDocument/2006/relationships" id="292" r:id="R60906812fb824e1b"/>
    <p:sldId xmlns:r="http://schemas.openxmlformats.org/officeDocument/2006/relationships" id="293" r:id="Red0a57ba02bf477e"/>
    <p:sldId xmlns:r="http://schemas.openxmlformats.org/officeDocument/2006/relationships" id="294" r:id="R1ec1086647ab4bd8"/>
    <p:sldId xmlns:r="http://schemas.openxmlformats.org/officeDocument/2006/relationships" id="295" r:id="Ra2ef6026be87411d"/>
    <p:sldId xmlns:r="http://schemas.openxmlformats.org/officeDocument/2006/relationships" id="296" r:id="R85ad40d93c8a4ccb"/>
    <p:sldId xmlns:r="http://schemas.openxmlformats.org/officeDocument/2006/relationships" id="297" r:id="Rf609226e1aa24d45"/>
    <p:sldId xmlns:r="http://schemas.openxmlformats.org/officeDocument/2006/relationships" id="298" r:id="R14b9b094e0ff4779"/>
    <p:sldId xmlns:r="http://schemas.openxmlformats.org/officeDocument/2006/relationships" id="299" r:id="R81948d3284b449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14b9ad51f74b80" /><Relationship Type="http://schemas.openxmlformats.org/officeDocument/2006/relationships/slideMaster" Target="/ppt/slideMasters/slideMaster1.xml" Id="R0debd695f8ee4d44" /><Relationship Type="http://schemas.openxmlformats.org/officeDocument/2006/relationships/notesMaster" Target="/ppt/notesMasters/notesMaster1.xml" Id="R663365ab4cb745a5" /><Relationship Type="http://schemas.openxmlformats.org/officeDocument/2006/relationships/presProps" Target="/ppt/presProps.xml" Id="R6866c72c2ac94f92" /><Relationship Type="http://schemas.openxmlformats.org/officeDocument/2006/relationships/tableStyles" Target="/ppt/tableStyles.xml" Id="Rca771c16015d44f1" /><Relationship Type="http://schemas.openxmlformats.org/officeDocument/2006/relationships/slide" Target="/ppt/slides/slide1.xml" Id="Rb40bb3ef1b1c4f35" /><Relationship Type="http://schemas.openxmlformats.org/officeDocument/2006/relationships/slide" Target="/ppt/slides/slide2.xml" Id="Rc05752b13363460f" /><Relationship Type="http://schemas.openxmlformats.org/officeDocument/2006/relationships/slide" Target="/ppt/slides/slide3.xml" Id="R64016be5fabb46a1" /><Relationship Type="http://schemas.openxmlformats.org/officeDocument/2006/relationships/slide" Target="/ppt/slides/slide4.xml" Id="R653b809ede844844" /><Relationship Type="http://schemas.openxmlformats.org/officeDocument/2006/relationships/slide" Target="/ppt/slides/slide5.xml" Id="Red8f6780911d49eb" /><Relationship Type="http://schemas.openxmlformats.org/officeDocument/2006/relationships/slide" Target="/ppt/slides/slide6.xml" Id="R8990429a15c54eca" /><Relationship Type="http://schemas.openxmlformats.org/officeDocument/2006/relationships/slide" Target="/ppt/slides/slide7.xml" Id="R043529ca1eb84f03" /><Relationship Type="http://schemas.openxmlformats.org/officeDocument/2006/relationships/slide" Target="/ppt/slides/slide8.xml" Id="Rc11e6a34c71a4f12" /><Relationship Type="http://schemas.openxmlformats.org/officeDocument/2006/relationships/slide" Target="/ppt/slides/slide9.xml" Id="Rb9449089c97e49b7" /><Relationship Type="http://schemas.openxmlformats.org/officeDocument/2006/relationships/slide" Target="/ppt/slides/slide10.xml" Id="Reed634f36ea841be" /><Relationship Type="http://schemas.openxmlformats.org/officeDocument/2006/relationships/slide" Target="/ppt/slides/slide11.xml" Id="R79d9276a4a374433" /><Relationship Type="http://schemas.openxmlformats.org/officeDocument/2006/relationships/slide" Target="/ppt/slides/slide12.xml" Id="R940d779bfd644484" /><Relationship Type="http://schemas.openxmlformats.org/officeDocument/2006/relationships/slide" Target="/ppt/slides/slide13.xml" Id="Re73620863b0d4a2f" /><Relationship Type="http://schemas.openxmlformats.org/officeDocument/2006/relationships/slide" Target="/ppt/slides/slide14.xml" Id="R492dc52ae0f24f47" /><Relationship Type="http://schemas.openxmlformats.org/officeDocument/2006/relationships/slide" Target="/ppt/slides/slide15.xml" Id="Rbd7401f1dd4b413f" /><Relationship Type="http://schemas.openxmlformats.org/officeDocument/2006/relationships/slide" Target="/ppt/slides/slide16.xml" Id="R7439414d89ef4901" /><Relationship Type="http://schemas.openxmlformats.org/officeDocument/2006/relationships/slide" Target="/ppt/slides/slide17.xml" Id="R3ab6b42c104249cf" /><Relationship Type="http://schemas.openxmlformats.org/officeDocument/2006/relationships/slide" Target="/ppt/slides/slide18.xml" Id="R162be70accf2466d" /><Relationship Type="http://schemas.openxmlformats.org/officeDocument/2006/relationships/slide" Target="/ppt/slides/slide19.xml" Id="R1ad49f1c70734dcf" /><Relationship Type="http://schemas.openxmlformats.org/officeDocument/2006/relationships/slide" Target="/ppt/slides/slide20.xml" Id="R653894b70cfc4bc4" /><Relationship Type="http://schemas.openxmlformats.org/officeDocument/2006/relationships/slide" Target="/ppt/slides/slide21.xml" Id="Rc92a3bdf33714ca7" /><Relationship Type="http://schemas.openxmlformats.org/officeDocument/2006/relationships/slide" Target="/ppt/slides/slide22.xml" Id="R5673d85a5b7e45c0" /><Relationship Type="http://schemas.openxmlformats.org/officeDocument/2006/relationships/slide" Target="/ppt/slides/slide23.xml" Id="Ra20b776f2a1040f0" /><Relationship Type="http://schemas.openxmlformats.org/officeDocument/2006/relationships/slide" Target="/ppt/slides/slide24.xml" Id="Rf19b434429b542ae" /><Relationship Type="http://schemas.openxmlformats.org/officeDocument/2006/relationships/slide" Target="/ppt/slides/slide25.xml" Id="R4873fc4204054fe7" /><Relationship Type="http://schemas.openxmlformats.org/officeDocument/2006/relationships/slide" Target="/ppt/slides/slide26.xml" Id="Rfcb75f06aad64a79" /><Relationship Type="http://schemas.openxmlformats.org/officeDocument/2006/relationships/slide" Target="/ppt/slides/slide27.xml" Id="R26c9e79b76b04288" /><Relationship Type="http://schemas.openxmlformats.org/officeDocument/2006/relationships/slide" Target="/ppt/slides/slide28.xml" Id="R16c51d0a25544475" /><Relationship Type="http://schemas.openxmlformats.org/officeDocument/2006/relationships/slide" Target="/ppt/slides/slide29.xml" Id="Rd6264ea5cb0e4c63" /><Relationship Type="http://schemas.openxmlformats.org/officeDocument/2006/relationships/slide" Target="/ppt/slides/slide30.xml" Id="R52277a680c694938" /><Relationship Type="http://schemas.openxmlformats.org/officeDocument/2006/relationships/slide" Target="/ppt/slides/slide31.xml" Id="R808b62a662864a28" /><Relationship Type="http://schemas.openxmlformats.org/officeDocument/2006/relationships/slide" Target="/ppt/slides/slide32.xml" Id="R5e8a658b904546cb" /><Relationship Type="http://schemas.openxmlformats.org/officeDocument/2006/relationships/slide" Target="/ppt/slides/slide33.xml" Id="R80b69a264a3b4142" /><Relationship Type="http://schemas.openxmlformats.org/officeDocument/2006/relationships/slide" Target="/ppt/slides/slide34.xml" Id="R2dbb87c6547241c1" /><Relationship Type="http://schemas.openxmlformats.org/officeDocument/2006/relationships/slide" Target="/ppt/slides/slide35.xml" Id="R877d393521834702" /><Relationship Type="http://schemas.openxmlformats.org/officeDocument/2006/relationships/slide" Target="/ppt/slides/slide36.xml" Id="Re15f36ddaefe4672" /><Relationship Type="http://schemas.openxmlformats.org/officeDocument/2006/relationships/slide" Target="/ppt/slides/slide37.xml" Id="R60906812fb824e1b" /><Relationship Type="http://schemas.openxmlformats.org/officeDocument/2006/relationships/slide" Target="/ppt/slides/slide38.xml" Id="Red0a57ba02bf477e" /><Relationship Type="http://schemas.openxmlformats.org/officeDocument/2006/relationships/slide" Target="/ppt/slides/slide39.xml" Id="R1ec1086647ab4bd8" /><Relationship Type="http://schemas.openxmlformats.org/officeDocument/2006/relationships/slide" Target="/ppt/slides/slide40.xml" Id="Ra2ef6026be87411d" /><Relationship Type="http://schemas.openxmlformats.org/officeDocument/2006/relationships/slide" Target="/ppt/slides/slide41.xml" Id="R85ad40d93c8a4ccb" /><Relationship Type="http://schemas.openxmlformats.org/officeDocument/2006/relationships/slide" Target="/ppt/slides/slide42.xml" Id="Rf609226e1aa24d45" /><Relationship Type="http://schemas.openxmlformats.org/officeDocument/2006/relationships/slide" Target="/ppt/slides/slide43.xml" Id="R14b9b094e0ff4779" /><Relationship Type="http://schemas.openxmlformats.org/officeDocument/2006/relationships/slide" Target="/ppt/slides/slide44.xml" Id="R81948d3284b4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932dd57dc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bba756a34483c" /><Relationship Type="http://schemas.openxmlformats.org/officeDocument/2006/relationships/notesMaster" Target="/ppt/notesMasters/notesMaster1.xml" Id="R0a6e24457d84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823710a924d06" /><Relationship Type="http://schemas.openxmlformats.org/officeDocument/2006/relationships/notesMaster" Target="/ppt/notesMasters/notesMaster1.xml" Id="R285a2f8ddd8a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5a53f7e67d437e" /><Relationship Type="http://schemas.openxmlformats.org/officeDocument/2006/relationships/notesMaster" Target="/ppt/notesMasters/notesMaster1.xml" Id="Rc6c67a01e39c4d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77ac634ca4676" /><Relationship Type="http://schemas.openxmlformats.org/officeDocument/2006/relationships/notesMaster" Target="/ppt/notesMasters/notesMaster1.xml" Id="R163e8a1c138c4b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e9104b56c4500" /><Relationship Type="http://schemas.openxmlformats.org/officeDocument/2006/relationships/notesMaster" Target="/ppt/notesMasters/notesMaster1.xml" Id="R7590c2e2cba0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1a99fac5f54abd" /><Relationship Type="http://schemas.openxmlformats.org/officeDocument/2006/relationships/notesMaster" Target="/ppt/notesMasters/notesMaster1.xml" Id="R7df4e961257946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96f83747de4975" /><Relationship Type="http://schemas.openxmlformats.org/officeDocument/2006/relationships/notesMaster" Target="/ppt/notesMasters/notesMaster1.xml" Id="R7f7b639f024746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cd282f48234c5d" /><Relationship Type="http://schemas.openxmlformats.org/officeDocument/2006/relationships/notesMaster" Target="/ppt/notesMasters/notesMaster1.xml" Id="Rc94a59488a4c4c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e7dad4b91343ac" /><Relationship Type="http://schemas.openxmlformats.org/officeDocument/2006/relationships/notesMaster" Target="/ppt/notesMasters/notesMaster1.xml" Id="Rb9d407a4da7343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f0e8ceb1934f7c" /><Relationship Type="http://schemas.openxmlformats.org/officeDocument/2006/relationships/notesMaster" Target="/ppt/notesMasters/notesMaster1.xml" Id="Raed088863ee94e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b1a0eba4d74500" /><Relationship Type="http://schemas.openxmlformats.org/officeDocument/2006/relationships/notesMaster" Target="/ppt/notesMasters/notesMaster1.xml" Id="R7913cc235af843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ff2acc800b4357" /><Relationship Type="http://schemas.openxmlformats.org/officeDocument/2006/relationships/notesMaster" Target="/ppt/notesMasters/notesMaster1.xml" Id="Rf0c16d035d9241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1a5e8ebf434cb8" /><Relationship Type="http://schemas.openxmlformats.org/officeDocument/2006/relationships/notesMaster" Target="/ppt/notesMasters/notesMaster1.xml" Id="Redc2e5d43a9649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3bbaaeb0374f1c" /><Relationship Type="http://schemas.openxmlformats.org/officeDocument/2006/relationships/notesMaster" Target="/ppt/notesMasters/notesMaster1.xml" Id="R091842112bdf4e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0e89dfbbcf45ea" /><Relationship Type="http://schemas.openxmlformats.org/officeDocument/2006/relationships/notesMaster" Target="/ppt/notesMasters/notesMaster1.xml" Id="R16258baddccb42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9f588caf994956" /><Relationship Type="http://schemas.openxmlformats.org/officeDocument/2006/relationships/notesMaster" Target="/ppt/notesMasters/notesMaster1.xml" Id="R44f17a5499c742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57112dfe124ffc" /><Relationship Type="http://schemas.openxmlformats.org/officeDocument/2006/relationships/notesMaster" Target="/ppt/notesMasters/notesMaster1.xml" Id="Rbb20df004f5c4e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9fa0cea4b04643" /><Relationship Type="http://schemas.openxmlformats.org/officeDocument/2006/relationships/notesMaster" Target="/ppt/notesMasters/notesMaster1.xml" Id="R6f6884f6eaf54c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477830e3a74e3b" /><Relationship Type="http://schemas.openxmlformats.org/officeDocument/2006/relationships/notesMaster" Target="/ppt/notesMasters/notesMaster1.xml" Id="R164760fa87da47b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9457fe7bdc4225" /><Relationship Type="http://schemas.openxmlformats.org/officeDocument/2006/relationships/notesMaster" Target="/ppt/notesMasters/notesMaster1.xml" Id="R8a7a9dd0ab6b4c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6618025d3b4f04" /><Relationship Type="http://schemas.openxmlformats.org/officeDocument/2006/relationships/notesMaster" Target="/ppt/notesMasters/notesMaster1.xml" Id="Ra8682b76ad1242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c2794cc62bc4814" /><Relationship Type="http://schemas.openxmlformats.org/officeDocument/2006/relationships/notesMaster" Target="/ppt/notesMasters/notesMaster1.xml" Id="R8650310f539546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09c03c1c114ad8" /><Relationship Type="http://schemas.openxmlformats.org/officeDocument/2006/relationships/notesMaster" Target="/ppt/notesMasters/notesMaster1.xml" Id="R7bfa13b2723e4d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f348177e5c4e03" /><Relationship Type="http://schemas.openxmlformats.org/officeDocument/2006/relationships/notesMaster" Target="/ppt/notesMasters/notesMaster1.xml" Id="R859cfdcb249741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442f8fd2c84d1e" /><Relationship Type="http://schemas.openxmlformats.org/officeDocument/2006/relationships/notesMaster" Target="/ppt/notesMasters/notesMaster1.xml" Id="R3aa40a6b7a754c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e5f7fca72147d2" /><Relationship Type="http://schemas.openxmlformats.org/officeDocument/2006/relationships/notesMaster" Target="/ppt/notesMasters/notesMaster1.xml" Id="R0de76d112fba44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55b328c61a4b4f" /><Relationship Type="http://schemas.openxmlformats.org/officeDocument/2006/relationships/notesMaster" Target="/ppt/notesMasters/notesMaster1.xml" Id="R1d2ffef8910b47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e53438561814738" /><Relationship Type="http://schemas.openxmlformats.org/officeDocument/2006/relationships/notesMaster" Target="/ppt/notesMasters/notesMaster1.xml" Id="R4e78ddd84f6346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746ccce55c4459" /><Relationship Type="http://schemas.openxmlformats.org/officeDocument/2006/relationships/notesMaster" Target="/ppt/notesMasters/notesMaster1.xml" Id="R6832eb81265f4c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08002615f204561" /><Relationship Type="http://schemas.openxmlformats.org/officeDocument/2006/relationships/notesMaster" Target="/ppt/notesMasters/notesMaster1.xml" Id="R2238433106e949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637c2a347ac4f23" /><Relationship Type="http://schemas.openxmlformats.org/officeDocument/2006/relationships/notesMaster" Target="/ppt/notesMasters/notesMaster1.xml" Id="Rf4d464b8953d40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359a28987a4004" /><Relationship Type="http://schemas.openxmlformats.org/officeDocument/2006/relationships/notesMaster" Target="/ppt/notesMasters/notesMaster1.xml" Id="R73dc6f2687864a6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ab02fed6214608" /><Relationship Type="http://schemas.openxmlformats.org/officeDocument/2006/relationships/notesMaster" Target="/ppt/notesMasters/notesMaster1.xml" Id="Rdd8d71156a51403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1e1adac5bcf4784" /><Relationship Type="http://schemas.openxmlformats.org/officeDocument/2006/relationships/notesMaster" Target="/ppt/notesMasters/notesMaster1.xml" Id="Ra094acbdd23b47c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363dfb8e914401" /><Relationship Type="http://schemas.openxmlformats.org/officeDocument/2006/relationships/notesMaster" Target="/ppt/notesMasters/notesMaster1.xml" Id="Rfe4c8c3d94b540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42a5591186742c4" /><Relationship Type="http://schemas.openxmlformats.org/officeDocument/2006/relationships/notesMaster" Target="/ppt/notesMasters/notesMaster1.xml" Id="R648a5416b3ce45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fe770b0f29f4cc6" /><Relationship Type="http://schemas.openxmlformats.org/officeDocument/2006/relationships/notesMaster" Target="/ppt/notesMasters/notesMaster1.xml" Id="R32ee1fab54ee48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c0a17aba0b45f5" /><Relationship Type="http://schemas.openxmlformats.org/officeDocument/2006/relationships/notesMaster" Target="/ppt/notesMasters/notesMaster1.xml" Id="R0d15ae2096a94ae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c1ac2ab67d84ff6" /><Relationship Type="http://schemas.openxmlformats.org/officeDocument/2006/relationships/notesMaster" Target="/ppt/notesMasters/notesMaster1.xml" Id="R1924f020845f473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ac5685282814201" /><Relationship Type="http://schemas.openxmlformats.org/officeDocument/2006/relationships/notesMaster" Target="/ppt/notesMasters/notesMaster1.xml" Id="R1a1fef94e63044e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3f18d751fc2484c" /><Relationship Type="http://schemas.openxmlformats.org/officeDocument/2006/relationships/notesMaster" Target="/ppt/notesMasters/notesMaster1.xml" Id="R2e5b8dba43f9498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aafd342e194e6c" /><Relationship Type="http://schemas.openxmlformats.org/officeDocument/2006/relationships/notesMaster" Target="/ppt/notesMasters/notesMaster1.xml" Id="R6b2fc10c35694fd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8e198190da14b4d" /><Relationship Type="http://schemas.openxmlformats.org/officeDocument/2006/relationships/notesMaster" Target="/ppt/notesMasters/notesMaster1.xml" Id="Red3d511f8a044d1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79d388c1bc8455e" /><Relationship Type="http://schemas.openxmlformats.org/officeDocument/2006/relationships/notesMaster" Target="/ppt/notesMasters/notesMaster1.xml" Id="Re5220832416e4c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本簡報共 44 頁，依課程資料夾內容擴寫，並結合苗栗十八鄉鎮產業行銷案例。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學生需保留提示詞、AI 回覆、人工修改與驗收結果。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學生需保留提示詞、AI 回覆、人工修改與驗收結果。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程式為教學範例，學生需換成自己的內容、素材與驗收條件。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程式為教學範例，學生需換成自己的內容、素材與驗收條件。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學生需保留提示詞、AI 回覆、人工修改與驗收結果。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建議實作 55–70 分鐘，教師只用提問協助學生定位問題。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本頁為全課程題目索引；各項定位需由學生再查證並縮小為可完成的網站任務。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下次上課前完成，並保留修改前後版本。</a:t>
            </a:r>
          </a:p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課程來源：C:\教學\多媒體網頁設計\AI時代_文創系_多媒體與網頁設計_16週教師簡報.pptx</a:t>
            </a:r>
          </a:p>
          <a:p xmlns:a="http://schemas.openxmlformats.org/drawingml/2006/main">
            <a:r>
              <a:t>每週來源：C:\教學\多媒體網頁設計\每週完整簡報</a:t>
            </a:r>
          </a:p>
          <a:p xmlns:a="http://schemas.openxmlformats.org/drawingml/2006/main">
            <a:r>
              <a:t>苗栗縣政府十八鄉鎮特色：https://www.miaoli.gov.tw/News_Content2.aspx?n=270&amp;s=620241</a:t>
            </a:r>
          </a:p>
          <a:p xmlns:a="http://schemas.openxmlformats.org/drawingml/2006/main">
            <a:r>
              <a:t>苗栗文化觀光旅遊網：https://miaolitravel.net/Article.aspx?sNo=02002468</a:t>
            </a:r>
          </a:p>
          <a:p xmlns:a="http://schemas.openxmlformats.org/drawingml/2006/main">
            <a:r>
              <a:t>MDN Web Docs：https://developer.mozilla.org/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b12af645549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31e9ebf8a4ac3" /><Relationship Type="http://schemas.openxmlformats.org/officeDocument/2006/relationships/slideLayout" Target="/ppt/slideLayouts/slideLayout1.xml" Id="Re5c60f6ed663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60f6ed663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44ee3cf1f4a34" /><Relationship Type="http://schemas.openxmlformats.org/officeDocument/2006/relationships/notesSlide" Target="/ppt/notesSlides/notesSlide1.xml" Id="R99f74450f604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bcf64dd4c42b7" /><Relationship Type="http://schemas.openxmlformats.org/officeDocument/2006/relationships/notesSlide" Target="/ppt/notesSlides/notesSlide2.xml" Id="Raea63b3f48dd4d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287fc0d66478c" /><Relationship Type="http://schemas.openxmlformats.org/officeDocument/2006/relationships/notesSlide" Target="/ppt/notesSlides/notesSlide3.xml" Id="R6a98bf15db6943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8f09e52bf4c51" /><Relationship Type="http://schemas.openxmlformats.org/officeDocument/2006/relationships/notesSlide" Target="/ppt/notesSlides/notesSlide4.xml" Id="Rd88c8b4abd734d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c0be515344136" /><Relationship Type="http://schemas.openxmlformats.org/officeDocument/2006/relationships/notesSlide" Target="/ppt/notesSlides/notesSlide5.xml" Id="Rb4e880d07377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91b6b3d741c8" /><Relationship Type="http://schemas.openxmlformats.org/officeDocument/2006/relationships/notesSlide" Target="/ppt/notesSlides/notesSlide6.xml" Id="Rd72cf0b6f23246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76798f5ee4441" /><Relationship Type="http://schemas.openxmlformats.org/officeDocument/2006/relationships/notesSlide" Target="/ppt/notesSlides/notesSlide7.xml" Id="R9902f30b857f40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b9aa3fef14b37" /><Relationship Type="http://schemas.openxmlformats.org/officeDocument/2006/relationships/notesSlide" Target="/ppt/notesSlides/notesSlide8.xml" Id="R96d03500eee042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a09aba8564b9f" /><Relationship Type="http://schemas.openxmlformats.org/officeDocument/2006/relationships/notesSlide" Target="/ppt/notesSlides/notesSlide9.xml" Id="R4872a048415840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d5cae560e4bb1" /><Relationship Type="http://schemas.openxmlformats.org/officeDocument/2006/relationships/notesSlide" Target="/ppt/notesSlides/notesSlide10.xml" Id="R18b2ce4c2ea24e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bd59969ae405b" /><Relationship Type="http://schemas.openxmlformats.org/officeDocument/2006/relationships/notesSlide" Target="/ppt/notesSlides/notesSlide11.xml" Id="R32e855acf9a143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af68433514569" /><Relationship Type="http://schemas.openxmlformats.org/officeDocument/2006/relationships/notesSlide" Target="/ppt/notesSlides/notesSlide12.xml" Id="Rda04096a8ff741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4619faaa74731" /><Relationship Type="http://schemas.openxmlformats.org/officeDocument/2006/relationships/notesSlide" Target="/ppt/notesSlides/notesSlide13.xml" Id="R081ec3dc28704b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b45edb1494150" /><Relationship Type="http://schemas.openxmlformats.org/officeDocument/2006/relationships/notesSlide" Target="/ppt/notesSlides/notesSlide14.xml" Id="R0ed423c5cc7c4d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caa44250d4896" /><Relationship Type="http://schemas.openxmlformats.org/officeDocument/2006/relationships/notesSlide" Target="/ppt/notesSlides/notesSlide15.xml" Id="R826493591d054a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3e0c4794c411c" /><Relationship Type="http://schemas.openxmlformats.org/officeDocument/2006/relationships/notesSlide" Target="/ppt/notesSlides/notesSlide16.xml" Id="R8bd0d001290844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8b73ebb36499e" /><Relationship Type="http://schemas.openxmlformats.org/officeDocument/2006/relationships/notesSlide" Target="/ppt/notesSlides/notesSlide17.xml" Id="R845df3e18d5744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755ea46c54085" /><Relationship Type="http://schemas.openxmlformats.org/officeDocument/2006/relationships/notesSlide" Target="/ppt/notesSlides/notesSlide18.xml" Id="R04bc995815f349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2dd438c94c26" /><Relationship Type="http://schemas.openxmlformats.org/officeDocument/2006/relationships/notesSlide" Target="/ppt/notesSlides/notesSlide19.xml" Id="R5c2a950ad3b54e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11a58defa4374" /><Relationship Type="http://schemas.openxmlformats.org/officeDocument/2006/relationships/notesSlide" Target="/ppt/notesSlides/notesSlide20.xml" Id="R8873e19e72ce4a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cdbb2fe2a4eb2" /><Relationship Type="http://schemas.openxmlformats.org/officeDocument/2006/relationships/notesSlide" Target="/ppt/notesSlides/notesSlide21.xml" Id="R3a432e297e6949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df0af56614656" /><Relationship Type="http://schemas.openxmlformats.org/officeDocument/2006/relationships/notesSlide" Target="/ppt/notesSlides/notesSlide22.xml" Id="Re154475c8df843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2e36d62ab4b7a" /><Relationship Type="http://schemas.openxmlformats.org/officeDocument/2006/relationships/notesSlide" Target="/ppt/notesSlides/notesSlide23.xml" Id="R055758d3fe934a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acdeb8a5f4530" /><Relationship Type="http://schemas.openxmlformats.org/officeDocument/2006/relationships/notesSlide" Target="/ppt/notesSlides/notesSlide24.xml" Id="R2544e7853bcf47f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ec6cf7ec74080" /><Relationship Type="http://schemas.openxmlformats.org/officeDocument/2006/relationships/notesSlide" Target="/ppt/notesSlides/notesSlide25.xml" Id="R5dd2258cca034da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80f35b3f4449" /><Relationship Type="http://schemas.openxmlformats.org/officeDocument/2006/relationships/notesSlide" Target="/ppt/notesSlides/notesSlide26.xml" Id="Rbe752830f5904e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a5f6070c24e0c" /><Relationship Type="http://schemas.openxmlformats.org/officeDocument/2006/relationships/notesSlide" Target="/ppt/notesSlides/notesSlide27.xml" Id="Rcd5ed266886148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bc9376134d21" /><Relationship Type="http://schemas.openxmlformats.org/officeDocument/2006/relationships/notesSlide" Target="/ppt/notesSlides/notesSlide28.xml" Id="Rfb713ae0507b477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0aba80e274913" /><Relationship Type="http://schemas.openxmlformats.org/officeDocument/2006/relationships/notesSlide" Target="/ppt/notesSlides/notesSlide29.xml" Id="R4bc0d07b721f429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2042ebbae4f0c" /><Relationship Type="http://schemas.openxmlformats.org/officeDocument/2006/relationships/notesSlide" Target="/ppt/notesSlides/notesSlide30.xml" Id="Rd5ac6fc0a6174e8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c666cace48d2" /><Relationship Type="http://schemas.openxmlformats.org/officeDocument/2006/relationships/notesSlide" Target="/ppt/notesSlides/notesSlide31.xml" Id="R2c93b5c9267e43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5a9e974d64c36" /><Relationship Type="http://schemas.openxmlformats.org/officeDocument/2006/relationships/notesSlide" Target="/ppt/notesSlides/notesSlide32.xml" Id="R6e82160eb9cb4c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5f66e7b1d4d30" /><Relationship Type="http://schemas.openxmlformats.org/officeDocument/2006/relationships/notesSlide" Target="/ppt/notesSlides/notesSlide33.xml" Id="R92b63d695d884d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d1aaaf1cd4a5d" /><Relationship Type="http://schemas.openxmlformats.org/officeDocument/2006/relationships/notesSlide" Target="/ppt/notesSlides/notesSlide34.xml" Id="Rb163b259510e447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cee5a97e74a04" /><Relationship Type="http://schemas.openxmlformats.org/officeDocument/2006/relationships/notesSlide" Target="/ppt/notesSlides/notesSlide35.xml" Id="Re03aa4af00d448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a20a638c446d1" /><Relationship Type="http://schemas.openxmlformats.org/officeDocument/2006/relationships/notesSlide" Target="/ppt/notesSlides/notesSlide36.xml" Id="Rd746ec420c174f8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3e84f451e4a15" /><Relationship Type="http://schemas.openxmlformats.org/officeDocument/2006/relationships/notesSlide" Target="/ppt/notesSlides/notesSlide37.xml" Id="Re245e464bae24e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1396e188c4b55" /><Relationship Type="http://schemas.openxmlformats.org/officeDocument/2006/relationships/notesSlide" Target="/ppt/notesSlides/notesSlide38.xml" Id="R7b1e4ff347554df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b95cea0de43b7" /><Relationship Type="http://schemas.openxmlformats.org/officeDocument/2006/relationships/notesSlide" Target="/ppt/notesSlides/notesSlide39.xml" Id="R3ff9d19acc20440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da9e93a9e41ab" /><Relationship Type="http://schemas.openxmlformats.org/officeDocument/2006/relationships/notesSlide" Target="/ppt/notesSlides/notesSlide40.xml" Id="R796582639449426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9d7e8257041f0" /><Relationship Type="http://schemas.openxmlformats.org/officeDocument/2006/relationships/notesSlide" Target="/ppt/notesSlides/notesSlide41.xml" Id="R7af1ebead0ca410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2f03797b64a05" /><Relationship Type="http://schemas.openxmlformats.org/officeDocument/2006/relationships/notesSlide" Target="/ppt/notesSlides/notesSlide42.xml" Id="R12413757bd44486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9910ee4dc4d33" /><Relationship Type="http://schemas.openxmlformats.org/officeDocument/2006/relationships/notesSlide" Target="/ppt/notesSlides/notesSlide43.xml" Id="Rf7c763a7ebfa45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daa576cd146c1" /><Relationship Type="http://schemas.openxmlformats.org/officeDocument/2006/relationships/notesSlide" Target="/ppt/notesSlides/notesSlide44.xml" Id="R4245c7a8c991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0C546-628D-4078-A6A8-D27D4117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D6A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8D6A9"/>
                </a:solidFill>
                <a:latin typeface="Microsoft JhengHei"/>
                <a:ea typeface="Microsoft JhengHei"/>
                <a:cs typeface="Microsoft JhengHei"/>
              </a:rPr>
              <a:t>第 1 週｜文化創意與數位行銷學系大一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E996A-0933-4CB4-AAA2-1525DD3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時代的文創網站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A929F-825D-450A-A6E9-9305BB55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8E7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D8E7EE"/>
                </a:solidFill>
                <a:latin typeface="Microsoft JhengHei"/>
                <a:ea typeface="Microsoft JhengHei"/>
                <a:cs typeface="Microsoft JhengHei"/>
              </a:rPr>
              <a:t>從苗栗地方題材找到可上線的網站任務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2E409-5927-4A13-A6EC-FAAF652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2026/09/08　多媒體網頁設計 × AI 協作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D2A7A-4057-43A8-B700-DE492EAC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6375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1406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15B30-41F6-48F0-9B8C-FEE9B24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16 週課程節點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FD21E-D02C-4F1A-AEF7-E106870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第 1 週 9/8 開課與網站題目探索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第 8 週 10/27 個人期中報告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第 9–15 週完成互動、品質、部署與整合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第 16 週 12/22 期末網站發表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每週均有課堂實作、AI 紀錄與可驗收產出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168E-221A-4A7E-9CA2-AA859BB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A798E-4C57-4CA9-BFF6-5556B6B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8192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9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FF204-B62E-42EF-82E5-24364DE7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rPr>
              <a:t>本週在課程中的位置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F4545-D0DD-404E-9442-0D34B26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AI 時代的文創網站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地方案例：苗栗 18 鄉鎮全覽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產業焦點：一鄉鎮一特色與地方網站需求盤點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下一個里程碑：9/15 HTML 與語意結構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D35FA-CE6F-44AC-9E7C-600FE85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444B2-A463-4B1F-BC51-4CC1C3D0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820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1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7BE72-14E0-43BE-80D0-E5938243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教材與參考來源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D39A8-3EA4-4A8A-A781-DD2691F0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資料夾總簡報：課程任務、評量與 AI 協作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苗栗縣政府：十八鄉鎮特色型塑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苗栗文化觀光旅遊網：山線、海線與農遊主題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MDN：網站如何運作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9A301-E149-436C-977D-849AC18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FC823-8E9C-4C48-96E0-5C8B5F89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1165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1CB5-791F-4F91-A45E-C2817192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課程學習重點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34C9C-782D-409E-8DF6-088ADB7B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理解期末網站與 16 週里程碑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區分網站、海報與社群貼文的任務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從地方產業找出受眾與行動目標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建立課程資料夾與 AI 使用紀錄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F57AC-9A07-4113-BA64-DE5D269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012F9-5515-41A8-928D-4EFE730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275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7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41149-72F1-4059-BA9F-8D0F5B8F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苗栗產業行銷焦點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1A104-6B90-411A-9B89-6B7BEE6F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苗栗 18 鄉鎮全覽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F6C0E-B473-496D-BD7F-2919B40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953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一鄉鎮一特色與地方網站需求盤點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0ADED-58CC-4198-A5C1-60E64DB6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52CD0-1C3D-4870-8E71-44A035ED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827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B657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FE54C-E30F-4335-8558-2E758B7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問題情境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8CFC7-28BD-4233-9F2E-C1689F85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地方資訊分散，網站常只列景點與商品，沒有讓使用者知道下一步該做什麼。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9A776-F63A-46D4-A81E-EEFB325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508E6-7685-4691-B0F0-8099C6D4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0607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9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7E41D-19CD-4370-BD57-180571D7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rPr>
              <a:t>目標使用者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EC7BC-C15F-4824-8B56-9F7C771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第一次到苗栗的自由行旅客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想被看見但缺少數位內容的小店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需要整理地方素材的青年團隊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關心文化脈絡與授權的社區工作者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0A90F-B03F-4623-AE51-40D43091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54DC2-8E24-4170-9BF8-AE6FFA27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4130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410BF-20C6-4A77-B510-F7802DD7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網站與行銷目標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096A8-3C9E-441D-BCE3-BF234AC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讓訪客理解地方特色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引導預約、購買、參訪或分享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保存來源與地方敘事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讓手機使用者快速完成主要任務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3319D-737C-40F5-80AA-50D1149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BBB84-5EF7-4EC4-B091-AD8AFFA5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4941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D0A22-1010-4751-ACD4-EEB68BD5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常見痛點症狀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DC03D-45D3-4A38-9180-29C8169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首頁只有大圖與口號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受眾與行動目標不清楚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內容像觀光文宣，缺少地方觀點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AI 生成文案沒有來源或查核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D5F16-1FB0-4A90-BDB1-A5A02AD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692B4-4971-4DF7-8FB2-4FA2031B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705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5C6DA-F4F1-4F74-84F7-1B14AAA1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痛點分析提問一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38682-2E58-4F2D-83B4-8B2A1C5F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誰在什麼情境需要這個網站？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目前找資訊最困難的是哪一步？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網站要促成哪一個具體行動？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有哪些地方內容不能由 AI 自行補寫？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E82AB-5D4A-4581-8EE0-EF868D6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6B5A1-890E-490D-8D93-DB6EFA4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75338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4766-0C58-485B-A2EC-44D063C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痛點分析提問二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77C44-990B-465C-A8D5-985D208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網站為何比海報或社群貼文合適？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地方店家、居民與旅客的需求是否衝突？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成功要看停留、點擊、預約還是理解？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哪一項主張需要實地或來源查證？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9EA37-89FA-487D-AC9D-3E92459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C54BA-CD45-4B4C-890A-DF2C1346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30840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9B267-97DC-4B09-ABE1-5EE52D2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核心概念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26C5-95EC-4FD8-AE10-C7DF7050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網站任務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169D2-D659-466A-9DB5-9D2109FD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953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網站以可瀏覽結構承載內容、互動與行動路徑。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CB2D4-5E3F-4E7C-BA06-EFAB1E9E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AECAE-4265-4DE3-95C5-35EDCCCC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30204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16673-D28B-43F8-93A4-9D6E3F70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網站任務的判讀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046BF-C55B-4111-8AA8-5E809919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網站以可瀏覽結構承載內容、互動與行動路徑。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用本週地方案例舉一個正確例子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指出一個容易被 AI 或模板誤判的情況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7D107-86E3-42AA-BB63-9B5F79A5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07E20-D1FE-47F3-944C-605B1A31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56124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F7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ECC69-3AC3-4024-8FD2-B91E322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核心概念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6F10A-7138-4976-BEDA-39BACFC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8B1B8-CFCB-4750-AE7E-DD7961E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953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先描述使用情境與任務，再決定頁面與功能。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7F1DE-7AC2-4316-8A46-40DB6821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54367-FA20-49D6-8D32-A26B460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85922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8CFBD-3C21-4632-A433-8A64D910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使用者需求的判讀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95EFE-CE0F-424E-AEB2-7C233F03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先描述使用情境與任務，再決定頁面與功能。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用本週地方案例舉一個正確例子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指出一個容易被 AI 或模板誤判的情況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63C4E-9DD7-43AF-A221-940EE415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73134-816F-42B4-9C66-173CE03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97253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5DF9F-A353-41DF-91CA-BC28F034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核心概念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1B329-EA43-4BAB-B70B-C5DD103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協作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A9A25-23CC-4C13-BB69-C0B012E5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953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加速發想與製作，學生負責文化判斷、來源與驗收。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65108-0AEE-40D1-81F5-79C67DC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66F1C-7958-4FC7-8707-96383A1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72840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D8C00-2C0D-49D9-BA0F-C87FC58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rPr>
              <a:t>AI 協作的判讀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05555-D500-4A71-A939-FAB6C1A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AI 加速發想與製作，學生負責文化判斷、來源與驗收。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用本週地方案例舉一個正確例子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指出一個容易被 AI 或模板誤判的情況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E8B37-7380-435F-89FF-1E5ABA7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C2699-F22C-4C89-B2E9-50DEB2F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62964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9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E1677-30C5-4B7D-AC3A-7CBC3A08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rPr>
              <a:t>教師示範流程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E2D27-72AA-464F-8931-05AB9EF0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拆解三個地方網站首頁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標出受眾、核心主張、導覽與行動按鈕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比較真實地方資料與通用行銷文案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建立第一份專案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32539-031F-4D67-9253-4C49756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55C47-5056-4279-95C0-3F9C178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559016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DD3ED-39B4-477E-AC3F-13F94398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有效提示詞的六個欄位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C4781-A0DE-42EA-8D73-BC347D2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目標：本次只完成哪一項任務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脈絡：鄉鎮、產業、受眾與現有檔案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限制：不得新增的內容或技術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輸出：檔案、表格或程式格式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證據：可使用的資料與素材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驗收：如何在瀏覽器確認完成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E031F-9DDE-4959-AFFA-BD7A0F16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A6082-60B3-40F8-8D1F-D914BBA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49836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16AA8-46E0-4D1D-A898-A779CE04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rPr>
              <a:t>AI 協作提示詞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52B54-32E1-43B1-BA64-6037DA1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提示詞範例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06A-25BC-4B8C-AC90-9838252F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524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9525">
            <a:solidFill>
              <a:srgbClr val="527A96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請根據我提供的苗栗鄉鎮資料，產生三個網站題目候選。每題列出受眾、使用情境、主要內容與行動目標。不得新增我沒有提供的地方事實。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5D08D-4E32-475F-B370-01A8806D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85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只用提供資料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題目可在一學期完成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行動目標具體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5D980-53B5-4F42-8D65-EFF60FC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71C51-A703-4855-9544-4C40882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803279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773E3-5A6E-43D7-835C-16E365CA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範例 A 的使用重點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F75B7-CE18-40EE-8018-8E62753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只用提供資料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題目可在一學期完成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行動目標具體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執行後保留人工修正差異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7FEF1-871B-422F-BE05-C6BA2158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99330-240D-44B3-A3AC-2C5F4FCB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313519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87917-E0DD-406E-BB99-42A4435D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rPr>
              <a:t>AI 協作提示詞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62FDF-251A-456F-8115-C3D96F6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提示詞範例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1A51F-3C27-4713-8144-C1EEF89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524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9525">
            <a:solidFill>
              <a:srgbClr val="527A96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請審查我的網站題目是否適合做成可互動網站。只指出受眾、內容、資料、技術與倫理缺口，不替我決定題目。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EE5C3-E871-4EBD-94D1-76A8F58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85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先審查再改寫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列出證據缺口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保留學生決策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ED22F-663A-4CEF-A0BE-6D758796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664AF-C3D5-401D-94EC-DA881446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53530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4B15A-D9EF-4AD5-AA71-62844B8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範例 B 的使用重點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13D0-E78A-42DF-9D75-5C6DBFF4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先審查再改寫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列出證據缺口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保留學生決策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學生需能說明採用與拒絕理由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067F-429D-4683-8650-1A1433C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FB4FA-2062-42D1-B8B5-DD56A1A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948813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AF1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C4291-934E-4E6F-A501-7257E4C8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網站專案結構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28C81-C5B8-4A41-9618-24B534CD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index.html：首頁內容與語意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styles.css：視覺系統與響應式版面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script.js：必要互動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images 與 media：經過優化的素材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sources.md：文字、圖片與資料來源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README.md：專案、操作、AI 使用與限制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352B0-0A51-41CE-947C-C3479F5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2986C-53FE-47B6-9B9C-80779E1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78004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F7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F3868-73D5-4432-9C9B-413CB59D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程式實作任務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2FB39-5282-4DF7-93B6-755384AA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時代的文創網站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34131-ED5D-4277-B01C-6979C3BE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953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先跑教師範例</a:t>
            </a:r>
          </a:p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換成本週地方內容</a:t>
            </a:r>
          </a:p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用瀏覽器與同儕測試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C0DF2-A8FB-4F90-BD30-18D8B71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1A08F-2ED4-45DC-ABD9-D951C164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493074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4258D-45B8-4782-9F9A-795BD67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範例程式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63E97-BCBC-4FF0-A88D-63384779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23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&lt;html lang="zh-Hant"&gt;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&lt;head&gt;&lt;meta charset="utf-8"&gt;&lt;title&gt;苗栗地方網站&lt;/title&gt;&lt;/head&gt;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&lt;body&gt;&lt;h1&gt;我的鄉鎮題目&lt;/h1&gt;&lt;p&gt;服務對象與網站任務&lt;/p&gt;&lt;/body&gt;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7267B-8CA9-4413-9807-DE840E20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190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doctype 宣告 HTML5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lang 協助瀏覽器理解語言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title 顯示於分頁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h1 說明單頁主題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47A9-29D2-4A3C-98B0-7DA912A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D61DA-5512-4DA8-B213-F58B2ABF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128309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CECF7-8833-4673-B5FA-C2634CF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範例 A 的閱讀重點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D1AE3-A00E-41E1-BFE6-06FE443D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doctype 宣告 HTML5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lang 協助瀏覽器理解語言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title 顯示於分頁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h1 說明單頁主題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39E5A-C52E-4700-B4B3-CF12D77D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6564A-098F-4ADF-92A8-C0B915EA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38863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E94D3-BA77-48DA-94C8-42C6BCBD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範例程式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F44D2-7B20-4977-A7E9-D245B151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23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const brief = {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  town: "待選鄉鎮",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  audience: "目標使用者",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  action: "希望完成的行動"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defRPr sz="1350">
                <a:solidFill>
                  <a:srgbClr val="F7FAFC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F7FAFC"/>
                </a:solidFill>
                <a:latin typeface="Consolas"/>
                <a:ea typeface="Consolas"/>
                <a:cs typeface="Consolas"/>
              </a:rPr>
              <a:t>console.log(brief);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01303-AD95-45AE-9331-2B796ED8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190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物件整理專案 brief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三個欄位需可被驗收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內容尚未確認就標示待查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期中前逐步補完整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82458-CEE7-45AD-800E-A4854CFC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4628D-7D08-4F71-BB6C-1275678D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879730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3997C-5F3E-4F2E-A2FE-E62C004A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範例 B 的閱讀重點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69457-1274-47F0-A669-6118DCF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物件整理專案 brief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三個欄位需可被驗收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內容尚未確認就標示待查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期中前逐步補完整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F7BC9-0EDF-4F1D-824D-F441B1AA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27BEB-E542-48F7-9986-CACE5473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807833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355C-AADA-4CC9-BC08-7C58965F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rPr>
              <a:t>常見錯誤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174FA-25EA-45F9-A0CA-39A9DB6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題目涵蓋十八鄉鎮而無法深入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把漂亮當成唯一目標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未定受眾就要求 AI 生首頁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沒有保存來源與提示詞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9A085-8C54-4003-A0F7-634C498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0B534-E115-4BFF-8906-F3082B06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72290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A3070-F765-4418-9F11-DDCE6820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59024"/>
                </a:solidFill>
                <a:latin typeface="Microsoft JhengHei"/>
                <a:ea typeface="Microsoft JhengHei"/>
                <a:cs typeface="Microsoft JhengHei"/>
              </a:rPr>
              <a:t>AI 協作提示詞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DB650-34FF-498E-A176-AFCAD9D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除錯與審查提示詞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F0ED3-EEE7-40B3-81D2-58AD5FA1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524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9525">
            <a:solidFill>
              <a:srgbClr val="527A96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請檢查這份網站 brief 是否缺少鄉鎮、產業、受眾、任務、內容來源、成功指標或公開風險。只列缺漏與追問。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E251F-33E1-4DCB-B217-5DFFCB9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85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提供可重現資料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要求最小修正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4E3B8"/>
                </a:solidFill>
                <a:latin typeface="Microsoft JhengHei"/>
                <a:ea typeface="Microsoft JhengHei"/>
                <a:cs typeface="Microsoft JhengHei"/>
              </a:rPr>
              <a:t>修改後重新驗收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3B80D-91D4-4D45-9645-BED5956C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57E7A-FEC3-4224-B08A-9CF18CC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285322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F7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4ED77-BAF5-4C86-87D7-C2B4A57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課堂實作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67F0E-226C-4412-A814-C3CF63D1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十八鄉鎮網站題目雷達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EFD82-3AC2-49A4-91FD-A16B2F5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0096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每組閱讀十八鄉鎮特色清單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挑三個可能題目並寫受眾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以文化價值、行銷用途、資料可得性各評 1–5 分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選一題完成 100 字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F7F80-4EE5-431D-9CA1-CDA94A4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FEDF3-8D56-462D-B890-893236A1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466826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BD823-3064-4235-8AB9-6C60E678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實作步驟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47CF3-B2C8-4352-A07C-CBA991A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每組閱讀十八鄉鎮特色清單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挑三個可能題目並寫受眾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以文化價值、行銷用途、資料可得性各評 1–5 分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選一題完成 100 字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BB5E7-FB4E-446F-8578-129DBA8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71DA2-85C6-4199-A747-9AA9196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4609875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E9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39873-56E6-42B5-871E-90398E4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rPr>
              <a:t>完成驗收條件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CC37-2388-408C-B126-76ABBFF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明確指定一個鄉鎮或跨域路線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受眾與行動目標可辨識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至少兩項可追溯來源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AI 產出與人工選擇有紀錄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48447-79A7-425A-82D8-FA6B5CA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6D5FC-B988-436C-8BD9-447DC0B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677620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3071F-4D0C-4DEE-A282-1EF73A23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C07A16"/>
                </a:solidFill>
                <a:latin typeface="Microsoft JhengHei"/>
                <a:ea typeface="Microsoft JhengHei"/>
                <a:cs typeface="Microsoft JhengHei"/>
              </a:rPr>
              <a:t>同儕測試提問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5FB88-DED7-48CE-B0FD-9833A55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我能在十秒內說出網站服務誰嗎？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主要行動在哪一頁、哪一個位置？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地方內容有哪些來源？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手機、鍵盤與慢速網路下哪裡會卡住？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B7D1E-538E-4093-975C-00DB56E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4434F-7DA7-435A-8632-EAD9D46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966682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EE3A7-8717-4775-BD8F-1EC3F5E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rPr>
              <a:t>AI 使用與公開倫理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16E7B-1C63-48F4-9D26-63E25D33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不得用 AI 補寫未查證的地方事實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人物、店家、祭儀與文化素材需確認公開權限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提示詞與人工修改需保留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API 金鑰、個資與未授權素材不得上線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8FE04-772F-4027-8987-16467D5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1A5F6-C947-4385-8F8D-239EA4D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805668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E9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0D1CE-8F11-4348-ABCB-16DA704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rPr>
              <a:t>地方文化與產業檢核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096EE-736F-4FD5-9485-211EC468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區分政府行銷定位與地方多元觀點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產業名稱、季節、價格與活動需標示來源日期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原住民族與客庄內容由適當來源審校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網站行動不能誇大產品、療效或文化代表性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53ADC-8936-4C64-94B5-799A341D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4D127-981F-45E0-99F6-1722E76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464170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EAF1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F2AA2-8BF0-4466-8A98-99D4818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十八鄉鎮行銷連結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846C4-3FD2-4C49-8E6F-5B58ABCD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475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苗栗市：城市文化、鐵道記憶與地方店家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頭屋鄉：明德水庫、休閒農業與旅遊服務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頭份市：科技新都、商圈與青年生活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竹南鎮：科技產業、濱海生活與交通節點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後龍鎮：濱海地景、農產與鐵道旅遊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通霄鎮：海岸、農產、陶藝與生態議題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苑裡鎮：藺草工藝、稻作與市場文化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造橋鄉：農村再生、社區據點與體驗遊程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西湖鄉：休閒農業、人文地景與慢遊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公館鄉：紅棗、客庄飲食與黃金小鎮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銅鑼鄉：杭菊、茶、客家文化與產業園區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三義鄉：木雕、舊山線與慢城品牌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三灣鄉：梨鄉、茶與農村體驗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南庄鄉：老街、民宿、桂花與族群文化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獅潭鄉：有機農產、仙山與山村旅遊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大湖鄉：草莓、果園與休閒農業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卓蘭鎮：水果產業、農村旅遊與品牌電商</a:t>
            </a:r>
          </a:p>
          <a:p xmlns:a="http://schemas.openxmlformats.org/drawingml/2006/main">
            <a:pPr marL="279400" indent="-127000">
              <a:spcAft>
                <a:spcPts val="600"/>
              </a:spcAft>
              <a:buChar char="•"/>
              <a:def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泰安鄉：溫泉、山林與泰雅文化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14952-2646-42E6-A295-F3B709F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D5200-080C-4368-B77A-C3FE54C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177397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76841-2A57-457E-B869-D8129B85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E6FBB"/>
                </a:solidFill>
                <a:latin typeface="Microsoft JhengHei"/>
                <a:ea typeface="Microsoft JhengHei"/>
                <a:cs typeface="Microsoft JhengHei"/>
              </a:rPr>
              <a:t>課堂成果評量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E6858-D479-44A8-B5AC-7ABC017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題目與受眾 30%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地方產業關聯 25%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資料與來源 25%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AI 紀錄 20%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A96B2-647B-4F28-8EA8-0EB3BCEC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18A7B-AD59-4390-8160-557D2259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50187986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F7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53904-938D-49DB-B505-DBA47DB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課堂實作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1D40A-B09E-4A1C-B603-87CA8C22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4C247-C298-466D-B8E8-1E88CE6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0096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 index.html 與專案資料夾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繳交三個題目候選與選題理由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保存至少三筆 prompt log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完成素材來源表第一版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B26F3-2BF0-4CFC-A611-1584FC15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EF819-C6CD-4445-BA23-CF20611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97844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EA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B6C88-68E0-4137-86E5-E8FB035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B6573B"/>
                </a:solidFill>
                <a:latin typeface="Microsoft JhengHei"/>
                <a:ea typeface="Microsoft JhengHei"/>
                <a:cs typeface="Microsoft JhengHei"/>
              </a:rPr>
              <a:t>繳交檔案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142A4-C695-4E50-81F6-B25DE6C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網站資料夾或 repository 連結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本週畫面截圖與測試紀錄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sources.md 或素材來源表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prompt log 與人工修改說明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F9CED-284D-4FFB-BEBE-67F2B22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E6B26-DFB8-498F-8591-79DBEE7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40805377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E9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11EE2-460B-4F29-B585-079A7D2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F756A"/>
                </a:solidFill>
                <a:latin typeface="Microsoft JhengHei"/>
                <a:ea typeface="Microsoft JhengHei"/>
                <a:cs typeface="Microsoft JhengHei"/>
              </a:rPr>
              <a:t>出口單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A8C14-F762-4838-94CD-39C31D8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4013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我能說明本週技術概念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我能指出一項地方產業證據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我能展示 AI 建議與人工修改</a:t>
            </a:r>
          </a:p>
          <a:p xmlns:a="http://schemas.openxmlformats.org/drawingml/2006/main">
            <a:pPr marL="279400" indent="-127000">
              <a:spcAft>
                <a:spcPts val="1000"/>
              </a:spcAft>
              <a:buChar char="•"/>
              <a:def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D282F"/>
                </a:solidFill>
                <a:latin typeface="Microsoft JhengHei"/>
                <a:ea typeface="Microsoft JhengHei"/>
                <a:cs typeface="Microsoft JhengHei"/>
              </a:rPr>
              <a:t>我知道下一版要修哪一處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2A7D6-2709-4B47-A902-88ADB76E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DD750-0E85-413C-AB4C-1A08916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6532806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49CD3-0C74-4F1F-8743-75D6B4EA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3DDAA"/>
                </a:solidFill>
                <a:latin typeface="Microsoft JhengHei"/>
                <a:ea typeface="Microsoft JhengHei"/>
                <a:cs typeface="Microsoft JhengHei"/>
              </a:rPr>
              <a:t>下一次到課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115D9-16FA-4F8F-98FE-6A2D7FB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9/15 HTML 與語意結構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7B65F-F923-4D64-85E1-B3E7190E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953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帶本週可開啟成果</a:t>
            </a:r>
          </a:p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帶一個尚未解決的問題</a:t>
            </a:r>
          </a:p>
          <a:p xmlns:a="http://schemas.openxmlformats.org/drawingml/2006/main">
            <a:pPr marL="279400" indent="-127000">
              <a:spcAft>
                <a:spcPts val="800"/>
              </a:spcAft>
              <a:buChar char="•"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確認所有分享連結可讀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74CD1-2F9A-4322-84DA-E1F2220E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第 1 週　2026/09/08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80179-E009-4734-892D-CA5E4BB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65727B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048975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2026-09-04T05:11:57.6480000Z</dcterms:created>
  <dcterms:modified xsi:type="dcterms:W3CDTF">2026-09-04T05:11:57.6480000Z</dcterms:modified>
</coreProperties>
</file>